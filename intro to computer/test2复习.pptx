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8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C593B-AEBA-4629-AB44-D9D2C67029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EF3816-031F-4097-935B-49CD5103CF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E805C1-66C3-4D2B-B313-75E780CD8F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DDAD2-C9AD-4E07-A888-1E88F61CFF19}" type="datetimeFigureOut">
              <a:rPr lang="en-US" smtClean="0"/>
              <a:t>11/3/2020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A2C116-0A5A-4AC0-B01B-64A4D1858D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80EEF6-8E0A-4257-B7E8-C515333FB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CD7CF-0BDF-45DE-9638-ABF5DE2C97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84931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6CEF82-D83B-4484-9389-E6D6E516C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CBC5C4-6058-42C7-9241-7F50C4F99C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576F43-E786-4E19-96F6-D4FBCBCD79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DDAD2-C9AD-4E07-A888-1E88F61CFF19}" type="datetimeFigureOut">
              <a:rPr lang="en-US" smtClean="0"/>
              <a:t>11/3/2020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90E040-07DB-4EF1-9AB4-06E82845FE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1FA995-B48B-448F-AFF4-B27FDF39F9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CD7CF-0BDF-45DE-9638-ABF5DE2C97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73485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4E2768-7E35-4420-B33E-66C615CBDB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684380-75C6-4626-B70A-4D72732ACA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13B7A9-CC16-44D0-BE85-FAC524EBFD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DDAD2-C9AD-4E07-A888-1E88F61CFF19}" type="datetimeFigureOut">
              <a:rPr lang="en-US" smtClean="0"/>
              <a:t>11/3/2020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92D7F5-34D9-41B6-8133-DD510D2925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6F4F5C-D77D-497D-BA91-24713EB24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CD7CF-0BDF-45DE-9638-ABF5DE2C97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8173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698EFA-59EB-4273-B645-0C12E873FB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629137-96FC-4F02-B80E-556CA5E89D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9B9AC9-A3E9-4793-AB57-07EE529854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9473C0-3D39-4A5F-8A6C-94456B8A0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DDAD2-C9AD-4E07-A888-1E88F61CFF19}" type="datetimeFigureOut">
              <a:rPr lang="en-US" smtClean="0"/>
              <a:t>11/3/2020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F976DF-A445-43F2-93FC-785139FEDB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763C20-EE4C-4B4A-AC44-41670664F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CD7CF-0BDF-45DE-9638-ABF5DE2C97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48854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A5F0D6-D0A4-4433-84E6-9F64A6871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3A9E93-7389-42C0-A11F-584EA3DD02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E1DA47-602F-4031-863B-8A97B1CFB7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7BAECBC-83AC-4F9E-9103-9C965AD37EC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0805108-296D-4F87-8913-3DD0A0355E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8463A4A-BEE9-40DA-B970-64708E146F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DDAD2-C9AD-4E07-A888-1E88F61CFF19}" type="datetimeFigureOut">
              <a:rPr lang="en-US" smtClean="0"/>
              <a:t>11/3/2020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E55C0A9-9CAE-4E47-ABA1-228FCCF191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73ED23F-BBD5-44C7-9066-DF74683A5D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CD7CF-0BDF-45DE-9638-ABF5DE2C97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803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DCDA12-553E-4186-87BB-B49B0710DD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D953146-8052-4066-B638-70F0A3B384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DDAD2-C9AD-4E07-A888-1E88F61CFF19}" type="datetimeFigureOut">
              <a:rPr lang="en-US" smtClean="0"/>
              <a:t>11/3/2020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E33BF8-1E6E-401A-9424-AF02BE8F44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71C524-F44C-4F91-9363-D7B6EE1EF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CD7CF-0BDF-45DE-9638-ABF5DE2C97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3304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0BC5E78-FF16-4025-840B-5D5E134BF1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DDAD2-C9AD-4E07-A888-1E88F61CFF19}" type="datetimeFigureOut">
              <a:rPr lang="en-US" smtClean="0"/>
              <a:t>11/3/2020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767DE9-65F5-4052-8F4A-3B2E133B0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4315A2-EB29-4E05-9209-60EDC7BB9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CD7CF-0BDF-45DE-9638-ABF5DE2C97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2868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F74E94-DBA6-4C97-BF8F-6B609F4171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B89604-1F75-4BF3-BACE-C5E601AEE4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08E0D0-2816-46FB-943D-D7757E7B57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C80EA5-54E0-45E7-BE71-650C0E3B23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DDAD2-C9AD-4E07-A888-1E88F61CFF19}" type="datetimeFigureOut">
              <a:rPr lang="en-US" smtClean="0"/>
              <a:t>11/3/2020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9FF21C-ECA6-401D-924C-31517C21F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858788-520F-4A31-8449-38719188DA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CD7CF-0BDF-45DE-9638-ABF5DE2C97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88292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6B0168-00E5-47DA-8E95-6BBBD54C1C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922825B-67C3-451A-9B31-F2D13A673C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320C0C-50F8-44CA-A3DD-99DDE3333C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4AEDBC-F4F8-4CD4-B1DC-43D745BC94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DDAD2-C9AD-4E07-A888-1E88F61CFF19}" type="datetimeFigureOut">
              <a:rPr lang="en-US" smtClean="0"/>
              <a:t>11/3/2020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A7F1C2-041B-40F5-AA55-BCE5874617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613793-1A3D-4E46-A911-F8B0B00EFA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CD7CF-0BDF-45DE-9638-ABF5DE2C97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3321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11C581-FD79-408F-BC86-57FCDF4EF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821C9D-21DB-4D23-BCCA-2D9F80E30D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CA4804-BAB9-452F-82AE-D6297EAB7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DDAD2-C9AD-4E07-A888-1E88F61CFF19}" type="datetimeFigureOut">
              <a:rPr lang="en-US" smtClean="0"/>
              <a:t>11/3/2020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19FD3C-7FD3-413D-AD98-26B22BB26B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7CD85F-B292-4570-A3CE-39EDF4289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CD7CF-0BDF-45DE-9638-ABF5DE2C97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01130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A176890-94AD-4497-97A4-58000576F9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3D935E-853A-462C-B864-FB04F4DD27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4CA0FE-926C-43AE-9FDD-525184FCA2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DDAD2-C9AD-4E07-A888-1E88F61CFF19}" type="datetimeFigureOut">
              <a:rPr lang="en-US" smtClean="0"/>
              <a:t>11/3/2020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471E2-C386-4A09-A3FA-B20C8E8DF5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512C97-714F-4852-BE81-E6180076B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CD7CF-0BDF-45DE-9638-ABF5DE2C97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03820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0C016D2-E3B5-418B-BB95-57C7D2F284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02117F-809C-4715-9700-EDC0FDAC66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5DCED9-C53E-44AD-8DEC-3BF9591E74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FDDAD2-C9AD-4E07-A888-1E88F61CFF19}" type="datetimeFigureOut">
              <a:rPr lang="en-US" smtClean="0"/>
              <a:t>11/3/2020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74F7BC-C80D-4C74-9A82-C284A84A07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C0C12F-7F90-4050-AE39-EA4F15C683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0CD7CF-0BDF-45DE-9638-ABF5DE2C97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97874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CDABFB9-1E30-4182-89AA-AE3D7425D6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0997" y="922641"/>
            <a:ext cx="9421482" cy="4601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90221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AD37245-CE3E-4637-BB80-712A67C07D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5236" y="524062"/>
            <a:ext cx="9012366" cy="5485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89464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9A2A4A1-D499-4F19-B9EB-FB24EE4595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1142" y="780836"/>
            <a:ext cx="8689715" cy="4778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59759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730F6E5-E6CD-46A9-A2F0-05A7E37EB6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0681" y="616449"/>
            <a:ext cx="9050638" cy="5448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43437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AC90697-211D-4D84-9115-F2A3AB180A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7986" y="754295"/>
            <a:ext cx="8976028" cy="4865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15218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CDA3D0F-2E20-4267-BA12-57A9391943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8930" y="436204"/>
            <a:ext cx="9744771" cy="5791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45934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A52CA88-435C-4C18-84A8-461AC23069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973" y="535108"/>
            <a:ext cx="10141633" cy="5917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14481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BFEF8BE-FC63-4BD4-A02A-6F6518E920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185" y="271729"/>
            <a:ext cx="10062338" cy="5923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53097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1B72B0F-60E9-46B8-912F-2731C6A0B3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2511" y="281361"/>
            <a:ext cx="9030824" cy="6612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39981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D0D8D98-7FD5-491A-8C3B-046894A136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1078" y="117028"/>
            <a:ext cx="9597883" cy="6682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25937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C7F36FB-92AB-4F69-B007-61EC9EA745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161" y="1097515"/>
            <a:ext cx="11493786" cy="5281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42142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76AA56D-C479-49C9-B36D-8291D525AD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7573" y="807913"/>
            <a:ext cx="8887520" cy="3941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89578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D6D3A40-CAB4-4C51-B4FB-3F1535DD5A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8197" y="741772"/>
            <a:ext cx="8934141" cy="5751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77423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E392215-4B09-46D7-AB4C-3EDA9D8CF4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3637" y="909637"/>
            <a:ext cx="7324725" cy="5038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53225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107B12A-1418-4E88-84E5-196C3CE215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0203" y="562188"/>
            <a:ext cx="8631630" cy="491632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51004FD-A99E-48E5-828C-B9F91B286C6B}"/>
              </a:ext>
            </a:extLst>
          </p:cNvPr>
          <p:cNvSpPr txBox="1"/>
          <p:nvPr/>
        </p:nvSpPr>
        <p:spPr>
          <a:xfrm>
            <a:off x="3154165" y="4647516"/>
            <a:ext cx="796247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1. </a:t>
            </a:r>
            <a:r>
              <a:rPr lang="zh-CN" altLang="en-US" sz="2400" dirty="0"/>
              <a:t>为所有网络节点创建通用寻址方案</a:t>
            </a:r>
            <a:endParaRPr lang="en-US" altLang="zh-CN" sz="2400" dirty="0"/>
          </a:p>
          <a:p>
            <a:r>
              <a:rPr lang="en-US" altLang="zh-CN" sz="2400" dirty="0"/>
              <a:t>2.</a:t>
            </a:r>
            <a:r>
              <a:rPr lang="zh-CN" altLang="en-US" sz="2400" dirty="0"/>
              <a:t> 在网络中的任何两个节点之间传递信息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2887728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7842CDA-4692-4734-AB1B-9A25624FD7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2322" y="667821"/>
            <a:ext cx="8804769" cy="5136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01470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9B137D7-DAB4-4194-BBCD-63A349BAC1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8526" y="168438"/>
            <a:ext cx="8948951" cy="6521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06580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23</Words>
  <Application>Microsoft Office PowerPoint</Application>
  <PresentationFormat>Widescreen</PresentationFormat>
  <Paragraphs>2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Jiahui Xia</dc:creator>
  <cp:lastModifiedBy>Jiahui Xia</cp:lastModifiedBy>
  <cp:revision>9</cp:revision>
  <dcterms:created xsi:type="dcterms:W3CDTF">2020-11-02T15:34:38Z</dcterms:created>
  <dcterms:modified xsi:type="dcterms:W3CDTF">2020-11-04T02:24:11Z</dcterms:modified>
</cp:coreProperties>
</file>